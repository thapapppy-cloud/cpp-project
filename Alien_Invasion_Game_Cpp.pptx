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5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5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0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7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96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6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1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7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11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7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2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9479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0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80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01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39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9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33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Alien Invasion Game </a:t>
            </a:r>
            <a:r>
              <a:rPr sz="2000" dirty="0"/>
              <a:t>(</a:t>
            </a:r>
            <a:r>
              <a:rPr lang="en-US" sz="2000" dirty="0"/>
              <a:t>Object Oriented Programming in </a:t>
            </a:r>
            <a:r>
              <a:rPr sz="2000" dirty="0"/>
              <a:t>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r>
              <a:rPr dirty="0"/>
              <a:t>Console-based shooting game implemented in C++ using basic game loop and input handling.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sz="2400" dirty="0"/>
              <a:t>By- PARAS THAPA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Player controls a ship (A)</a:t>
            </a:r>
          </a:p>
          <a:p>
            <a:pPr marL="0" indent="0">
              <a:buNone/>
            </a:pPr>
            <a:r>
              <a:rPr dirty="0"/>
              <a:t>• Alien (W) descends from top</a:t>
            </a:r>
          </a:p>
          <a:p>
            <a:pPr marL="0" indent="0">
              <a:buNone/>
            </a:pPr>
            <a:r>
              <a:rPr dirty="0"/>
              <a:t>• Shoot bullets (|)</a:t>
            </a:r>
          </a:p>
          <a:p>
            <a:pPr marL="0" indent="0">
              <a:buNone/>
            </a:pPr>
            <a:r>
              <a:rPr dirty="0"/>
              <a:t>• Score increases on hit</a:t>
            </a:r>
          </a:p>
          <a:p>
            <a:pPr marL="0" indent="0">
              <a:buNone/>
            </a:pPr>
            <a:r>
              <a:rPr dirty="0"/>
              <a:t>• Game ends on collision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#include &lt;iostream&gt;</a:t>
            </a:r>
            <a:r>
              <a:rPr lang="en-US" dirty="0"/>
              <a:t>	used for input</a:t>
            </a:r>
          </a:p>
          <a:p>
            <a:r>
              <a:rPr dirty="0"/>
              <a:t>#include &lt;</a:t>
            </a:r>
            <a:r>
              <a:rPr dirty="0" err="1"/>
              <a:t>conio.h</a:t>
            </a:r>
            <a:r>
              <a:rPr dirty="0"/>
              <a:t>&gt;</a:t>
            </a:r>
            <a:r>
              <a:rPr lang="en-US" dirty="0"/>
              <a:t>	basic console UI</a:t>
            </a:r>
            <a:endParaRPr dirty="0"/>
          </a:p>
          <a:p>
            <a:r>
              <a:rPr dirty="0"/>
              <a:t>#include &lt;</a:t>
            </a:r>
            <a:r>
              <a:rPr dirty="0" err="1"/>
              <a:t>windows.h</a:t>
            </a:r>
            <a:r>
              <a:rPr dirty="0"/>
              <a:t>&gt;</a:t>
            </a:r>
            <a:r>
              <a:rPr lang="en-US" dirty="0"/>
              <a:t>	declares all function of 					windows API</a:t>
            </a:r>
            <a:endParaRPr dirty="0"/>
          </a:p>
          <a:p>
            <a:r>
              <a:rPr dirty="0"/>
              <a:t>#include &lt;</a:t>
            </a:r>
            <a:r>
              <a:rPr dirty="0" err="1"/>
              <a:t>ctime</a:t>
            </a:r>
            <a:r>
              <a:rPr dirty="0"/>
              <a:t>&gt;</a:t>
            </a:r>
            <a:r>
              <a:rPr lang="en-US" dirty="0"/>
              <a:t>		</a:t>
            </a:r>
            <a:r>
              <a:rPr lang="en-US" dirty="0" err="1"/>
              <a:t>retrives</a:t>
            </a:r>
            <a:r>
              <a:rPr lang="en-US" dirty="0"/>
              <a:t> system time for 					randomness</a:t>
            </a:r>
            <a:endParaRPr lang="en-IN" dirty="0"/>
          </a:p>
          <a:p>
            <a:endParaRPr lang="en-IN" dirty="0"/>
          </a:p>
          <a:p>
            <a:r>
              <a:rPr lang="en-US" dirty="0"/>
              <a:t>Used for input, rendering, timing, and randomness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WIDTH = </a:t>
            </a:r>
            <a:r>
              <a:rPr lang="en-US" dirty="0"/>
              <a:t>10</a:t>
            </a:r>
            <a:endParaRPr dirty="0"/>
          </a:p>
          <a:p>
            <a:r>
              <a:rPr dirty="0"/>
              <a:t>HEIGHT = 15</a:t>
            </a:r>
          </a:p>
          <a:p>
            <a:endParaRPr dirty="0"/>
          </a:p>
          <a:p>
            <a:r>
              <a:rPr dirty="0"/>
              <a:t>Defines game area dimensions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playerX: Player position</a:t>
            </a:r>
          </a:p>
          <a:p>
            <a:r>
              <a:t>alienX, alienY: Alien position</a:t>
            </a:r>
          </a:p>
          <a:p>
            <a:r>
              <a:t>bulletX, bulletY: Bullet position</a:t>
            </a:r>
          </a:p>
          <a:p>
            <a:r>
              <a:t>score: Game score</a:t>
            </a:r>
          </a:p>
          <a:p>
            <a:r>
              <a:t>running: Game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while(running)</a:t>
            </a:r>
          </a:p>
          <a:p>
            <a:r>
              <a:t>{</a:t>
            </a:r>
          </a:p>
          <a:p>
            <a:r>
              <a:t>  Draw screen</a:t>
            </a:r>
          </a:p>
          <a:p>
            <a:r>
              <a:t>  Handle input</a:t>
            </a:r>
          </a:p>
          <a:p>
            <a:r>
              <a:t>  Update objects</a:t>
            </a:r>
          </a:p>
          <a:p>
            <a:r>
              <a:t>  Check collisions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Nested loop prints:</a:t>
            </a:r>
          </a:p>
          <a:p>
            <a:r>
              <a:rPr dirty="0"/>
              <a:t>A → Player</a:t>
            </a:r>
          </a:p>
          <a:p>
            <a:r>
              <a:rPr dirty="0"/>
              <a:t>W → Alien</a:t>
            </a:r>
          </a:p>
          <a:p>
            <a:r>
              <a:rPr dirty="0"/>
              <a:t>| → Bullet</a:t>
            </a:r>
          </a:p>
          <a:p>
            <a:r>
              <a:rPr dirty="0"/>
              <a:t>- → Ground</a:t>
            </a:r>
          </a:p>
          <a:p>
            <a:endParaRPr dirty="0"/>
          </a:p>
          <a:p>
            <a:r>
              <a:rPr dirty="0"/>
              <a:t>Uses </a:t>
            </a:r>
            <a:r>
              <a:rPr dirty="0" err="1"/>
              <a:t>SetConsoleCursorPosition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→ Move Left</a:t>
            </a:r>
          </a:p>
          <a:p>
            <a:r>
              <a:t>D → Move Right</a:t>
            </a:r>
          </a:p>
          <a:p>
            <a:r>
              <a:t>Space → Shoot</a:t>
            </a:r>
          </a:p>
          <a:p>
            <a:r>
              <a:t>Q → Quit</a:t>
            </a:r>
          </a:p>
          <a:p>
            <a:endParaRPr/>
          </a:p>
          <a:p>
            <a:r>
              <a:t>Handled using _kbhit() and _getch()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moves upward</a:t>
            </a:r>
          </a:p>
          <a:p>
            <a:r>
              <a:t>Resets when off-screen</a:t>
            </a:r>
          </a:p>
          <a:p>
            <a:r>
              <a:t>Only one bullet active at a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Alien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Alien moves downward</a:t>
            </a:r>
          </a:p>
          <a:p>
            <a:r>
              <a:t>Resets at bottom</a:t>
            </a:r>
          </a:p>
          <a:p>
            <a:r>
              <a:t>Random X position using rand()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hits alien → +10 score</a:t>
            </a:r>
          </a:p>
          <a:p>
            <a:r>
              <a:t>Alien hits player → Game 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Over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alien reaches player's position:</a:t>
            </a:r>
            <a:endParaRPr lang="en-US" dirty="0"/>
          </a:p>
          <a:p>
            <a:pPr lvl="1"/>
            <a:r>
              <a:rPr dirty="0"/>
              <a:t>Game stops</a:t>
            </a:r>
          </a:p>
          <a:p>
            <a:pPr lvl="1"/>
            <a:r>
              <a:rPr dirty="0"/>
              <a:t>Displays 'GAME OVER'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Timing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Sleep(</a:t>
            </a:r>
            <a:r>
              <a:rPr lang="en-US" dirty="0"/>
              <a:t>1</a:t>
            </a:r>
            <a:r>
              <a:rPr dirty="0"/>
              <a:t>50) controls speed</a:t>
            </a:r>
          </a:p>
          <a:p>
            <a:r>
              <a:rPr dirty="0"/>
              <a:t>Timer used for alien movement frequency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Simple real-time game</a:t>
            </a:r>
          </a:p>
          <a:p>
            <a:r>
              <a:rPr dirty="0"/>
              <a:t>Demonstrates: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Game loop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Input handling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Collision detection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Console graphics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</TotalTime>
  <Words>327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Alien Invasion Game (Object Oriented Programming in C++)</vt:lpstr>
      <vt:lpstr>Game Overview</vt:lpstr>
      <vt:lpstr>Libraries Used</vt:lpstr>
      <vt:lpstr>Game Constants</vt:lpstr>
      <vt:lpstr>Game Variables</vt:lpstr>
      <vt:lpstr>Game Loop</vt:lpstr>
      <vt:lpstr>Rendering Logic</vt:lpstr>
      <vt:lpstr>User Input</vt:lpstr>
      <vt:lpstr>Bullet Mechanics</vt:lpstr>
      <vt:lpstr>Alien Movement</vt:lpstr>
      <vt:lpstr>Collision Detection</vt:lpstr>
      <vt:lpstr>Game Over Condition</vt:lpstr>
      <vt:lpstr>Timing Control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 Thapa</cp:lastModifiedBy>
  <cp:revision>5</cp:revision>
  <dcterms:created xsi:type="dcterms:W3CDTF">2013-01-27T09:14:16Z</dcterms:created>
  <dcterms:modified xsi:type="dcterms:W3CDTF">2026-05-01T03:15:11Z</dcterms:modified>
  <cp:category/>
</cp:coreProperties>
</file>